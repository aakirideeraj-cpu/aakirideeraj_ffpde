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76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TITLE :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 FRAUD PATTERN DETECTION ENGINE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508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A- DEERAJ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2520030113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Name: Dr. Rajesh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703320"/>
            <a:ext cx="265176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23820" y="320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OUTLINE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560320" y="914400"/>
            <a:ext cx="6217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Abstract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Existing System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Proposed System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System Architecture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Project Modules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Objectives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DSA Data Structures Used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CO's Attainments – DSA (CO1...CO5)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Screen Shots – DSA Output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Conclusion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Geo-Tagged Photos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82620" y="914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FFPDE (Fuel Fraud Pattern Detection Engine) is a fleet monitoring system designed to detect fuel theft in campus transport buses using Java-based Data Structures &amp; Algorithms. The core fraud detection logic is implemented using a priority queue (max-heap), linked list, hash map, queue, quick sort, binary search, and stack-based expression evaluator.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15519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fuel mismatch exceeds a threshold of 5 liters, the system detects fraud. Transactions are stored in a linked list, queued for processing via a queue, prioritized by fraud score using a max-heap priority queue, and looked up in O(1) using a HashMap. Amounts are sorted using Quick Sort, and binary search is applied for efficient ID lookup. A stack evaluates fraud-related expressions in postfix notation.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397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SYSTEM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194560" y="868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(FUEL FRAUD PATTERN ENGINE)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2344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existing fleet management approach, fraud detection relies on manual inspection. Transport supervisors physically compare odometer readings with fuel logs. There is no automated mechanism to cross-verify tank sensor readings with ECU data in real time, and no structured algorithm to detect patterns of repeated theft.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38379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DSA perspective, the absence of priority-based detection means high-risk transactions are never surfaced first. Without hash-based lookups, transaction retrieval is O(n). Without sorted data, searching for specific transactions is slow. No structured queue processes transactions in order, and no algorithmic threshold-check automates fraud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9170" y="1371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FFPDE system introduces an automated, algorithm-driven fuel fraud detection system implemented entirely in Java using core DSA concepts. Transactions are chained in a Linked List for sequential traversal, added to a Queue for FIFO processing, and ranked by fraud score using a Max-Heap Priority Queue.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HashMap provides O(1) transaction lookups by ID. Quick Sort arranges transactions by amount for efficient analysis. Binary Search enables fast ID-based retrieval on sorted data. A Stack evaluates postfix fraud expressions. Together these structures form a complete, real-world DSA implementation that detects fraud, prioritizes alerts, and demonstrates algorithm efficiency.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77724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Layer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12618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 (ID, User, Amount, FraudScore) → stored in Linked List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Processing Layer (Queue + Heap)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22219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 FIFO transaction processing → Max-Heap for priority fraud detection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Lookup Layer (HashMap)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3182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transaction retrieval by ID using Java HashMap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384683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Analysis Layer (Sort + Search)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4142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by Amount → Binary Search for fast ID lookup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68220" y="36576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MODULES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Linked List Module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1247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TransactionList: stores all transactions as a singly linked list. Supports sequential add and display.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5361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Queue Module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7922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TransactionQueue: FIFO processing of transactions using Java's LinkedList-backed Queue interface.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22037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Priority Queue / Heap Module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" y="245973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FraudDetector: max-heap ranks transactions by fraudScore. Highest-risk transaction surfaced first via poll().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28712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HashMap Module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313359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TransactionHash: O(1) insert and search by transaction ID using Java HashMap.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5760" y="3538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Sorting &amp; Searching Module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37947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by amount; Binary Search by ID on sorted array for efficient retrieval.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421259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Stack / Expression Module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Expression: stack-based postfix expression evaluator demonstrating stack operations.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69870" y="-228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objective is to implement a real-world fraud detection system using core Java DSA concepts — Linked List, Queue, Priority Queue (Max-Heap), HashMap, Quick Sort, Binary Search, and Stack — applied to a practical fleet fuel monitoring problem.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objectives include demonstrating time complexity trade-offs (O(1) HashMap vs O(n) list search), validating priority-based fraud alerting using a max-heap, and implementing in-place sorting with Quick Sort. The system also demonstrates stack-based expression evaluation and binary search efficiency on sorted datasets. Future objectives include IoT integration and route-based fuel profiling.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DSA DATA STRUCTURES USED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" y="841248"/>
            <a:ext cx="4572000" cy="3383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19472" y="841248"/>
            <a:ext cx="3931920" cy="33832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841248"/>
            <a:ext cx="4480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84124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in FFPDE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" y="1216152"/>
            <a:ext cx="4572000" cy="457200"/>
          </a:xfrm>
          <a:prstGeom prst="rect">
            <a:avLst/>
          </a:prstGeom>
          <a:solidFill>
            <a:srgbClr val="FAF5EE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9472" y="1216152"/>
            <a:ext cx="3931920" cy="457200"/>
          </a:xfrm>
          <a:prstGeom prst="rect">
            <a:avLst/>
          </a:prstGeom>
          <a:solidFill>
            <a:srgbClr val="FAF5EE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12161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65192" y="12161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transactions sequentially; O(n) traversal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" y="1700784"/>
            <a:ext cx="4572000" cy="457200"/>
          </a:xfrm>
          <a:prstGeom prst="rect">
            <a:avLst/>
          </a:prstGeom>
          <a:solidFill>
            <a:srgbClr val="F0EBE0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19472" y="1700784"/>
            <a:ext cx="3931920" cy="457200"/>
          </a:xfrm>
          <a:prstGeom prst="rect">
            <a:avLst/>
          </a:prstGeom>
          <a:solidFill>
            <a:srgbClr val="F0EBE0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17007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65192" y="17007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transactions in arrival order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185416"/>
            <a:ext cx="4572000" cy="457200"/>
          </a:xfrm>
          <a:prstGeom prst="rect">
            <a:avLst/>
          </a:prstGeom>
          <a:solidFill>
            <a:srgbClr val="FAF5EE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19472" y="2185416"/>
            <a:ext cx="3931920" cy="457200"/>
          </a:xfrm>
          <a:prstGeom prst="rect">
            <a:avLst/>
          </a:prstGeom>
          <a:solidFill>
            <a:srgbClr val="FAF5EE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1854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/ Max-Heap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65192" y="21854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highest fraudScore transaction first; O(log n) insert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2670048"/>
            <a:ext cx="4572000" cy="457200"/>
          </a:xfrm>
          <a:prstGeom prst="rect">
            <a:avLst/>
          </a:prstGeom>
          <a:solidFill>
            <a:srgbClr val="F0EBE0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19472" y="2670048"/>
            <a:ext cx="3931920" cy="457200"/>
          </a:xfrm>
          <a:prstGeom prst="rect">
            <a:avLst/>
          </a:prstGeom>
          <a:solidFill>
            <a:srgbClr val="F0EBE0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2670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965192" y="26700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lookup, insert, and search by transaction ID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0040" y="3154680"/>
            <a:ext cx="4572000" cy="457200"/>
          </a:xfrm>
          <a:prstGeom prst="rect">
            <a:avLst/>
          </a:prstGeom>
          <a:solidFill>
            <a:srgbClr val="FAF5EE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19472" y="3154680"/>
            <a:ext cx="3931920" cy="457200"/>
          </a:xfrm>
          <a:prstGeom prst="rect">
            <a:avLst/>
          </a:prstGeom>
          <a:solidFill>
            <a:srgbClr val="FAF5EE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65192" y="3154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transactions by amount; O(n log n) average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3639312"/>
            <a:ext cx="4572000" cy="457200"/>
          </a:xfrm>
          <a:prstGeom prst="rect">
            <a:avLst/>
          </a:prstGeom>
          <a:solidFill>
            <a:srgbClr val="F0EBE0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19472" y="3639312"/>
            <a:ext cx="3931920" cy="457200"/>
          </a:xfrm>
          <a:prstGeom prst="rect">
            <a:avLst/>
          </a:prstGeom>
          <a:solidFill>
            <a:srgbClr val="F0EBE0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36393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965192" y="36393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transaction by ID after sorting; O(log n)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20040" y="4123944"/>
            <a:ext cx="4572000" cy="457200"/>
          </a:xfrm>
          <a:prstGeom prst="rect">
            <a:avLst/>
          </a:prstGeom>
          <a:solidFill>
            <a:srgbClr val="FAF5EE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919472" y="4123944"/>
            <a:ext cx="3931920" cy="457200"/>
          </a:xfrm>
          <a:prstGeom prst="rect">
            <a:avLst/>
          </a:prstGeom>
          <a:solidFill>
            <a:srgbClr val="FAF5EE"/>
          </a:solidFill>
          <a:ln w="6350">
            <a:solidFill>
              <a:srgbClr val="D0C8B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5760" y="41239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965192" y="41239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expression evaluation for fraud scoring formulas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CO'S ATTAINMENTS – DSA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implement core data structures — Linked List, Queue, Priority Queue, HashMap, Stack — to manage and process fuel transactions in Java.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" y="175564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sorting (Quick Sort) and searching (Binary Search) algorithms to efficiently organize and retrieve transaction records by amount and ID.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65760" y="2551176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use of a Max-Heap Priority Queue to prioritize high-risk fraud transactions and surface the highest fraudScore first.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3346704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multi-module Java program that integrates all DSA components into a cohesive, real-world fuel fraud detection system with clear algorithmic flow.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65760" y="414223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validate the complete Java DSA program with sample transaction data, verifying correct output for fraud detection, sorting, searching, and expression evaluation.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 SHOTS – DSA OUTPUT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20040" y="914400"/>
            <a:ext cx="2743200" cy="2651760"/>
          </a:xfrm>
          <a:prstGeom prst="rect">
            <a:avLst/>
          </a:prstGeom>
          <a:solidFill>
            <a:srgbClr val="E8E0D0"/>
          </a:solidFill>
          <a:ln w="12700">
            <a:solidFill>
              <a:srgbClr val="B0A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20040" y="91440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Screenshot Here]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1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&amp; Queue Output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914400"/>
            <a:ext cx="2743200" cy="2651760"/>
          </a:xfrm>
          <a:prstGeom prst="rect">
            <a:avLst/>
          </a:prstGeom>
          <a:solidFill>
            <a:srgbClr val="E8E0D0"/>
          </a:solidFill>
          <a:ln w="12700">
            <a:solidFill>
              <a:srgbClr val="B0A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91440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Screenshot Here]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4612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&amp; HashMap Output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914400"/>
            <a:ext cx="2743200" cy="2651760"/>
          </a:xfrm>
          <a:prstGeom prst="rect">
            <a:avLst/>
          </a:prstGeom>
          <a:solidFill>
            <a:srgbClr val="E8E0D0"/>
          </a:solidFill>
          <a:ln w="12700">
            <a:solidFill>
              <a:srgbClr val="B0A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91440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Screenshot Here]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Search &amp; Stack Output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90EEF4-86D8-495F-9401-3C7067818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2" y="914400"/>
            <a:ext cx="3040380" cy="27305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5AA35C-C46C-4AF7-A75D-285DC144B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875012"/>
            <a:ext cx="2743200" cy="27305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3F0E3EA-9698-47B8-BB76-E311BC19E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3614" y="914400"/>
            <a:ext cx="2811786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FFPE (Fuel Fraud Pattern Engine) DSA project successfully demonstrates how classical data structures and algorithms can be applied to a practical real-world problem. By implementing a Linked List, Queue, Max-Heap Priority Queue, HashMap, Quick Sort, Binary Search, and Stack in Java, the system achieves efficient transaction storage, processing, retrieval, and fraud prioritization.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286000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validates that algorithm selection directly impacts performance — O(1) HashMap lookups outperform O(n) linear search, and O(n log n) Quick Sort enables Binary Search efficiency. The max-heap ensures the highest-risk transaction is always surfaced first. Together, these components form a structured, complete DSA implementation that effectively demonstrates algorithmic thinking applied to fleet transport fraud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GEO-TAG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371600" y="1005840"/>
            <a:ext cx="6400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Geo-Tagged Photo Here]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D14EF-29E0-4F4F-9DA9-91F795AB7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898" y="612648"/>
            <a:ext cx="5109604" cy="44354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1554480" cy="155448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11480"/>
            <a:ext cx="1463040" cy="1463040"/>
          </a:xfrm>
          <a:prstGeom prst="ellipse">
            <a:avLst/>
          </a:prstGeom>
          <a:solidFill>
            <a:srgbClr val="A08060">
              <a:alpha val="80000"/>
            </a:srgbClr>
          </a:solidFill>
          <a:ln w="12700">
            <a:solidFill>
              <a:srgbClr val="A08060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3931920"/>
            <a:ext cx="1371600" cy="1371600"/>
          </a:xfrm>
          <a:prstGeom prst="ellipse">
            <a:avLst/>
          </a:prstGeom>
          <a:solidFill>
            <a:srgbClr val="A08060"/>
          </a:solidFill>
          <a:ln w="12700">
            <a:solidFill>
              <a:srgbClr val="A08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4297680"/>
            <a:ext cx="1463040" cy="594360"/>
          </a:xfrm>
          <a:prstGeom prst="ellipse">
            <a:avLst/>
          </a:prstGeom>
          <a:ln w="38100">
            <a:solidFill>
              <a:srgbClr val="A080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"/>
            <a:ext cx="1737360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1208</Words>
  <Application>Microsoft Office PowerPoint</Application>
  <PresentationFormat>On-screen Show (16:9)</PresentationFormat>
  <Paragraphs>107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Aakiri Deeraj .(00010071576)</cp:lastModifiedBy>
  <cp:revision>3</cp:revision>
  <dcterms:created xsi:type="dcterms:W3CDTF">2026-03-12T05:55:57Z</dcterms:created>
  <dcterms:modified xsi:type="dcterms:W3CDTF">2026-03-12T07:33:50Z</dcterms:modified>
</cp:coreProperties>
</file>